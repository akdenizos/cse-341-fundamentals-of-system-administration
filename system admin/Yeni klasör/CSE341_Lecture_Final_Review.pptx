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_rels/presentation.xml.rels" ContentType="application/vnd.openxmlformats-package.relationships+xml"/>
  <Override PartName="/customXml/itemProps6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ustomXml" Target="../customXml/item5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3.xml"/><Relationship Id="rId12" Type="http://schemas.openxmlformats.org/officeDocument/2006/relationships/customXml" Target="../customXml/item4.xml"/><Relationship Id="rId2" Type="http://schemas.openxmlformats.org/officeDocument/2006/relationships/slideMaster" Target="slideMasters/slideMaster1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customXml" Target="../customXml/item6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545454"/>
                </a:solidFill>
                <a:latin typeface="Century Gothic"/>
              </a:rPr>
              <a:t>Click to move the slide</a:t>
            </a: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B8687A8-30FE-4EEB-BDD2-65AF1D1C5C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tr-T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B0EA37-AE3E-428C-A966-C9B2819A01B7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1217520" y="274680"/>
            <a:ext cx="97531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121752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1504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1217520" y="4097520"/>
            <a:ext cx="975312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1217520" y="4097520"/>
            <a:ext cx="975312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121752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1504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515120" y="182880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812720" y="182880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1217520" y="409752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515120" y="409752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7812720" y="409752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D32B65-04FD-41F5-AA0A-D111C1A819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A667F9-95D0-4F2A-9612-7EB79E7EFF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32B2AF-C016-4B2B-8BCF-F8C3A5D0B8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D10DF-239E-4D64-B5C6-0A15164163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74753-6E72-4BAE-8504-3DD98D41C8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1217520" y="274680"/>
            <a:ext cx="97531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969B6-1950-47F9-87E4-C887B18014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121752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E907B8-92A4-4519-AF2A-276E3229BF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21504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3831E-0A87-4111-B8C1-EF45702E50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1217520" y="4097520"/>
            <a:ext cx="975312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EDB3E4-641E-4C6E-A0B5-48CA6A5C6C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1217520" y="4097520"/>
            <a:ext cx="975312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2EA2FE-23C6-4861-A09C-FDBD70B4F5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15040" y="182880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121752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215040" y="4097520"/>
            <a:ext cx="475920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76FBEC-30ED-4AA3-99C8-2FCDABCF7C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515120" y="182880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7812720" y="182880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1217520" y="409752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4515120" y="409752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7812720" y="4097520"/>
            <a:ext cx="3140280" cy="20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2B6BE4-E63C-4751-81A2-3B21DFF010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9d9d9"/>
            </a:gs>
            <a:gs pos="100000">
              <a:srgbClr val="f2f2f2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6"/>
          <p:cNvSpPr/>
          <p:nvPr/>
        </p:nvSpPr>
        <p:spPr>
          <a:xfrm>
            <a:off x="-4680" y="285840"/>
            <a:ext cx="12189960" cy="6381360"/>
          </a:xfrm>
          <a:custGeom>
            <a:avLst/>
            <a:gdLst>
              <a:gd name="textAreaLeft" fmla="*/ 0 w 12189960"/>
              <a:gd name="textAreaRight" fmla="*/ 12190320 w 12189960"/>
              <a:gd name="textAreaTop" fmla="*/ 0 h 6381360"/>
              <a:gd name="textAreaBottom" fmla="*/ 6381720 h 6381360"/>
            </a:gdLst>
            <a:ahLst/>
            <a:rect l="textAreaLeft" t="textAreaTop" r="textAreaRight" b="textAreaBottom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d9d9d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Gothic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217520" y="1828800"/>
            <a:ext cx="9753120" cy="3047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 cap="all">
                <a:solidFill>
                  <a:srgbClr val="2a2a2a"/>
                </a:solidFill>
                <a:latin typeface="Century Gothic"/>
              </a:rPr>
              <a:t>Click to edit Master title style</a:t>
            </a:r>
            <a:endParaRPr b="0" lang="en-US" sz="4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Click to edit the outline text format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545454"/>
                </a:solidFill>
                <a:latin typeface="Century Gothic"/>
              </a:rPr>
              <a:t>Second Outline Level</a:t>
            </a: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545454"/>
                </a:solidFill>
                <a:latin typeface="Century Gothic"/>
              </a:rPr>
              <a:t>Third Outline Level</a:t>
            </a:r>
            <a:endParaRPr b="0" lang="en-US" sz="1600" spc="-1" strike="noStrike">
              <a:solidFill>
                <a:srgbClr val="545454"/>
              </a:solidFill>
              <a:latin typeface="Century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545454"/>
                </a:solidFill>
                <a:latin typeface="Century Gothic"/>
              </a:rPr>
              <a:t>Fourth Outline Level</a:t>
            </a:r>
            <a:endParaRPr b="0" lang="en-US" sz="1600" spc="-1" strike="noStrike">
              <a:solidFill>
                <a:srgbClr val="545454"/>
              </a:solidFill>
              <a:latin typeface="Century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9d9d9"/>
            </a:gs>
            <a:gs pos="100000">
              <a:srgbClr val="f2f2f2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pc="-1" strike="noStrike" cap="all">
                <a:solidFill>
                  <a:srgbClr val="2a2a2a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Click to edit Master text styles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Second level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2" marL="7315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1800" spc="-1" strike="noStrike">
                <a:solidFill>
                  <a:srgbClr val="545454"/>
                </a:solidFill>
                <a:latin typeface="Century Gothic"/>
              </a:rPr>
              <a:t>Third level</a:t>
            </a:r>
            <a:endParaRPr b="0" lang="en-US" sz="1800" spc="-1" strike="noStrike">
              <a:solidFill>
                <a:srgbClr val="545454"/>
              </a:solidFill>
              <a:latin typeface="Century Gothic"/>
            </a:endParaRPr>
          </a:p>
          <a:p>
            <a:pPr lvl="3" marL="9601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1600" spc="-1" strike="noStrike">
                <a:solidFill>
                  <a:srgbClr val="545454"/>
                </a:solidFill>
                <a:latin typeface="Century Gothic"/>
              </a:rPr>
              <a:t>Fourth level</a:t>
            </a:r>
            <a:endParaRPr b="0" lang="en-US" sz="1600" spc="-1" strike="noStrike">
              <a:solidFill>
                <a:srgbClr val="545454"/>
              </a:solidFill>
              <a:latin typeface="Century Gothic"/>
            </a:endParaRPr>
          </a:p>
          <a:p>
            <a:pPr lvl="4" marL="11887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1600" spc="-1" strike="noStrike">
                <a:solidFill>
                  <a:srgbClr val="545454"/>
                </a:solidFill>
                <a:latin typeface="Century Gothic"/>
              </a:rPr>
              <a:t>Fifth level</a:t>
            </a:r>
            <a:endParaRPr b="0" lang="en-US" sz="16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"/>
          </p:nvPr>
        </p:nvSpPr>
        <p:spPr>
          <a:xfrm>
            <a:off x="8151840" y="6448320"/>
            <a:ext cx="1395720" cy="18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"/>
          </p:nvPr>
        </p:nvSpPr>
        <p:spPr>
          <a:xfrm>
            <a:off x="1208880" y="6448320"/>
            <a:ext cx="6637680" cy="18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3"/>
          </p:nvPr>
        </p:nvSpPr>
        <p:spPr>
          <a:xfrm>
            <a:off x="9828360" y="6448320"/>
            <a:ext cx="1142640" cy="18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545454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534E70-20A1-4A80-BAE0-09FA1ED18F23}" type="slidenum">
              <a:rPr b="0" lang="en-US" sz="1000" spc="-1" strike="noStrike">
                <a:solidFill>
                  <a:srgbClr val="545454"/>
                </a:solidFill>
                <a:latin typeface="Century Gothic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4" name="Picture 2" descr="https://lh5.googleusercontent.com/7knvr5BkLfOKd1fxh2CUbWpkdEVhhpYAohkMTWTOMjeS115pQ0TWs0LKi09Q29FZOZw5Duu7JHo6GNCOgP4GilzTpk2qfrFsRDt3y1rzpWB-BUBHigqPZZY3Bk0S784EVSvNRk_k6AU"/>
          <p:cNvPicPr/>
          <p:nvPr/>
        </p:nvPicPr>
        <p:blipFill>
          <a:blip r:embed="rId2"/>
          <a:srcRect l="7739" t="7277" r="7277" b="7739"/>
          <a:stretch/>
        </p:blipFill>
        <p:spPr>
          <a:xfrm>
            <a:off x="10774800" y="5143680"/>
            <a:ext cx="1323000" cy="1323000"/>
          </a:xfrm>
          <a:prstGeom prst="rect">
            <a:avLst/>
          </a:prstGeom>
          <a:ln w="0">
            <a:noFill/>
          </a:ln>
          <a:effectLst>
            <a:reflection algn="bl" blurRad="6350" dir="5400000" endA="300" endPos="35000" rotWithShape="0" stA="52000" sy="-100000"/>
          </a:effectLst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93720" y="1828800"/>
            <a:ext cx="11160720" cy="30477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it-IT" sz="4400" spc="-1" strike="noStrike" cap="all">
                <a:solidFill>
                  <a:srgbClr val="2a2a2a"/>
                </a:solidFill>
                <a:latin typeface="Century Gothic"/>
              </a:rPr>
              <a:t>CSE 341 – System  Administration</a:t>
            </a:r>
            <a:br>
              <a:rPr sz="4400"/>
            </a:br>
            <a:r>
              <a:rPr b="0" lang="en-US" sz="4400" spc="-1" strike="noStrike" cap="all">
                <a:solidFill>
                  <a:srgbClr val="2a2a2a"/>
                </a:solidFill>
                <a:latin typeface="Century Gothic"/>
              </a:rPr>
              <a:t>Final Information</a:t>
            </a:r>
            <a:endParaRPr b="0" lang="en-US" sz="4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960840" y="5013000"/>
            <a:ext cx="7848360" cy="1142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Joseph LEDET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Department of Computer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Akdeniz University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josephledet@akdeniz.edu.tr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Picture 2" descr="https://lh5.googleusercontent.com/7knvr5BkLfOKd1fxh2CUbWpkdEVhhpYAohkMTWTOMjeS115pQ0TWs0LKi09Q29FZOZw5Duu7JHo6GNCOgP4GilzTpk2qfrFsRDt3y1rzpWB-BUBHigqPZZY3Bk0S784EVSvNRk_k6AU"/>
          <p:cNvPicPr/>
          <p:nvPr/>
        </p:nvPicPr>
        <p:blipFill>
          <a:blip r:embed="rId1"/>
          <a:srcRect l="7719" t="7276" r="7276" b="7719"/>
          <a:stretch/>
        </p:blipFill>
        <p:spPr>
          <a:xfrm>
            <a:off x="189720" y="188640"/>
            <a:ext cx="1583640" cy="1583640"/>
          </a:xfrm>
          <a:prstGeom prst="rect">
            <a:avLst/>
          </a:prstGeom>
          <a:ln w="0">
            <a:noFill/>
          </a:ln>
          <a:effectLst>
            <a:reflection algn="bl" blurRad="6350" dir="5400000" dist="101600" endA="295" endPos="92000" rotWithShape="0" stA="50000" sy="-10000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pc="-1" strike="noStrike" cap="all">
                <a:solidFill>
                  <a:srgbClr val="2a2a2a"/>
                </a:solidFill>
                <a:latin typeface="Century Gothic"/>
              </a:rPr>
              <a:t>DATE/TIME/LOCATION</a:t>
            </a:r>
            <a:endParaRPr b="0" lang="en-US" sz="4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Date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Tuesday 24-December-2024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Time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13:30 - 15:10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Location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D205, D206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800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800"/>
              </a:spcBef>
              <a:buNone/>
            </a:pP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BC0D5-7A36-4067-962A-F312FFD2F3B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pc="-1" strike="noStrike" cap="all">
                <a:solidFill>
                  <a:srgbClr val="2a2a2a"/>
                </a:solidFill>
                <a:latin typeface="Century Gothic"/>
              </a:rPr>
              <a:t>GRADING INFORMATION</a:t>
            </a:r>
            <a:endParaRPr b="0" lang="en-US" sz="4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100 points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Represents 40% of Final grade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E89F9A-2352-4EBF-9715-DBBF4294D0D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pc="-1" strike="noStrike" cap="all">
                <a:solidFill>
                  <a:srgbClr val="2a2a2a"/>
                </a:solidFill>
                <a:latin typeface="Century Gothic"/>
              </a:rPr>
              <a:t>Topics Covered</a:t>
            </a:r>
            <a:endParaRPr b="0" lang="en-US" sz="4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/>
          </a:bodyPr>
          <a:p>
            <a:pPr marL="245880" indent="-20484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All topics discussed this semester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Command Line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Managing Files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Creating, Viewing, and Editing Text Files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Managing Users and Groups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Controlling Access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Monitoring and Managing Processes, Services and Daemons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SSH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Logs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Networking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File Systems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marL="245880" indent="-20484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Not covered in lecture but included as additional material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Installing and Updating Software Packages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451080" indent="-20484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Analyze Servers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D019D7-CF42-462F-AB62-CC47105688E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pc="-1" strike="noStrike" cap="all">
                <a:solidFill>
                  <a:srgbClr val="2a2a2a"/>
                </a:solidFill>
                <a:latin typeface="Century Gothic"/>
              </a:rPr>
              <a:t>Format</a:t>
            </a:r>
            <a:endParaRPr b="0" lang="en-US" sz="4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Short answer questions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Define important terms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Give Examples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Know specific commands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Problems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How to perform tasks using commands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Long answer questions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Explain important concepts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1BE0E-D021-4F4C-94EE-0E337F8A4D2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17520" y="274680"/>
            <a:ext cx="975312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pc="-1" strike="noStrike" cap="all">
                <a:solidFill>
                  <a:srgbClr val="2a2a2a"/>
                </a:solidFill>
                <a:latin typeface="Century Gothic"/>
              </a:rPr>
              <a:t>FINAL NOTE</a:t>
            </a:r>
            <a:endParaRPr b="0" lang="en-US" sz="4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217520" y="1828800"/>
            <a:ext cx="9753120" cy="4343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Open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Book/Notes (Anything paper)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Eyes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Mind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marL="274320" indent="-228600">
              <a:lnSpc>
                <a:spcPct val="90000"/>
              </a:lnSpc>
              <a:spcBef>
                <a:spcPts val="1800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400" spc="-1" strike="noStrike">
                <a:solidFill>
                  <a:srgbClr val="545454"/>
                </a:solidFill>
                <a:latin typeface="Century Gothic"/>
              </a:rPr>
              <a:t>Closed</a:t>
            </a:r>
            <a:endParaRPr b="0" lang="en-US" sz="24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Phone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Computer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Electrical Devices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  <a:p>
            <a:pPr lvl="1" marL="502920" indent="-228600">
              <a:lnSpc>
                <a:spcPct val="90000"/>
              </a:lnSpc>
              <a:spcBef>
                <a:spcPts val="601"/>
              </a:spcBef>
              <a:buClr>
                <a:srgbClr val="545454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rgbClr val="545454"/>
                </a:solidFill>
                <a:latin typeface="Century Gothic"/>
              </a:rPr>
              <a:t>Mouth</a:t>
            </a:r>
            <a:endParaRPr b="0" lang="en-US" sz="2000" spc="-1" strike="noStrike">
              <a:solidFill>
                <a:srgbClr val="545454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130612-1018-4768-9C52-D684769DEB9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7C888A40F4345ACA3C32F0ADC398B" ma:contentTypeVersion="9" ma:contentTypeDescription="Create a new document." ma:contentTypeScope="" ma:versionID="ad47524b5edf3734b82c78b27a4dcab8">
  <xsd:schema xmlns:xsd="http://www.w3.org/2001/XMLSchema" xmlns:xs="http://www.w3.org/2001/XMLSchema" xmlns:p="http://schemas.microsoft.com/office/2006/metadata/properties" xmlns:ns2="af003ad4-bef6-4578-9777-c65da9c51278" xmlns:ns3="58d839cb-0190-45c9-ae21-f7a04796a340" targetNamespace="http://schemas.microsoft.com/office/2006/metadata/properties" ma:root="true" ma:fieldsID="a1931ed1b614da018960e26335ec332d" ns2:_="" ns3:_="">
    <xsd:import namespace="af003ad4-bef6-4578-9777-c65da9c51278"/>
    <xsd:import namespace="58d839cb-0190-45c9-ae21-f7a04796a3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003ad4-bef6-4578-9777-c65da9c512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a0a6f44-de11-413a-9cdf-a61c5364bc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839cb-0190-45c9-ae21-f7a04796a34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a308ef-9103-4b1b-adbe-c5775393ad25}" ma:internalName="TaxCatchAll" ma:showField="CatchAllData" ma:web="58d839cb-0190-45c9-ae21-f7a04796a3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d839cb-0190-45c9-ae21-f7a04796a340" xsi:nil="true"/>
    <lcf76f155ced4ddcb4097134ff3c332f xmlns="af003ad4-bef6-4578-9777-c65da9c51278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5D2CD48A5E104EB21434B70BB8D8A4" ma:contentTypeVersion="7" ma:contentTypeDescription="Create a new document." ma:contentTypeScope="" ma:versionID="ed5bf28101d686cf696cc7079df86e18">
  <xsd:schema xmlns:xsd="http://www.w3.org/2001/XMLSchema" xmlns:xs="http://www.w3.org/2001/XMLSchema" xmlns:p="http://schemas.microsoft.com/office/2006/metadata/properties" xmlns:ns2="95bc7fda-7a4a-42a3-9b15-2ffad71a0c9e" targetNamespace="http://schemas.microsoft.com/office/2006/metadata/properties" ma:root="true" ma:fieldsID="62417b7797d6baeb238b6a411bd22f6a" ns2:_="">
    <xsd:import namespace="95bc7fda-7a4a-42a3-9b15-2ffad71a0c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bc7fda-7a4a-42a3-9b15-2ffad71a0c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A86783-999C-446B-A12A-5F933A543E20}"/>
</file>

<file path=customXml/itemProps2.xml><?xml version="1.0" encoding="utf-8"?>
<ds:datastoreItem xmlns:ds="http://schemas.openxmlformats.org/officeDocument/2006/customXml" ds:itemID="{B7817AA3-9FA6-4AD5-B86D-A397520A40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71182F-F7B6-4C53-A78C-72FB4B196CDC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58d839cb-0190-45c9-ae21-f7a04796a340"/>
    <ds:schemaRef ds:uri="af003ad4-bef6-4578-9777-c65da9c51278"/>
  </ds:schemaRefs>
</ds:datastoreItem>
</file>

<file path=customXml/itemProps4.xml><?xml version="1.0" encoding="utf-8"?>
<ds:datastoreItem xmlns:ds="http://schemas.openxmlformats.org/officeDocument/2006/customXml" ds:itemID="{D5B7A686-6A4E-4246-B697-F99A2E97367E}"/>
</file>

<file path=customXml/itemProps5.xml><?xml version="1.0" encoding="utf-8"?>
<ds:datastoreItem xmlns:ds="http://schemas.openxmlformats.org/officeDocument/2006/customXml" ds:itemID="{03225229-690F-444D-81C1-F3E99A5EABD1}"/>
</file>

<file path=customXml/itemProps6.xml><?xml version="1.0" encoding="utf-8"?>
<ds:datastoreItem xmlns:ds="http://schemas.openxmlformats.org/officeDocument/2006/customXml" ds:itemID="{2E1E27D3-CC3C-4605-BED4-FE6DA3EDD557}"/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1</TotalTime>
  <Application>LibreOffice/7.4.7.2$Linux_X86_64 LibreOffice_project/40$Build-2</Application>
  <AppVersion>15.0000</AppVersion>
  <Words>154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2</cp:revision>
  <dcterms:created xsi:type="dcterms:W3CDTF">2015-09-11T13:16:30Z</dcterms:created>
  <dcterms:modified xsi:type="dcterms:W3CDTF">2024-12-16T12:29:58Z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0x010100885D2CD48A5E104EB21434B70BB8D8A4</vt:lpwstr>
  </property>
  <property fmtid="{D5CDD505-2E9C-101B-9397-08002B2CF9AE}" pid="3" name="Notes">
    <vt:i4>1</vt:i4>
  </property>
  <property fmtid="{D5CDD505-2E9C-101B-9397-08002B2CF9AE}" pid="4" name="PresentationFormat">
    <vt:lpwstr>Custom</vt:lpwstr>
  </property>
  <property fmtid="{D5CDD505-2E9C-101B-9397-08002B2CF9AE}" pid="5" name="Slides">
    <vt:i4>6</vt:i4>
  </property>
  <property fmtid="{D5CDD505-2E9C-101B-9397-08002B2CF9AE}" pid="6" name="_TemplateID">
    <vt:lpwstr>TC028048919991</vt:lpwstr>
  </property>
</Properties>
</file>